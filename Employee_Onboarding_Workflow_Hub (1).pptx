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98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SERVICENOW PROJECT- Team 057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Onboarding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Workflow Hub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Enterprise Workflow Coordination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999232"/>
            <a:ext cx="3657600" cy="36576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3200400"/>
            <a:ext cx="4389120" cy="1371600"/>
          </a:xfrm>
          <a:prstGeom prst="rect">
            <a:avLst/>
          </a:prstGeom>
          <a:solidFill>
            <a:srgbClr val="1D3639"/>
          </a:solidFill>
          <a:ln w="12700">
            <a:solidFill>
              <a:srgbClr val="2E50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Technology:  </a:t>
            </a: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ServiceNow &amp; Basic Stack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Team: </a:t>
            </a:r>
            <a:r>
              <a:rPr lang="en-US" sz="1300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FlowForge</a:t>
            </a:r>
            <a:r>
              <a:rPr lang="en-US" sz="13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Focus:  </a:t>
            </a: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Automation · Coordination · Efficiency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457200"/>
            <a:ext cx="2377440" cy="237744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90937" y="914400"/>
            <a:ext cx="1645920" cy="1645920"/>
          </a:xfrm>
          <a:prstGeom prst="ellipse">
            <a:avLst/>
          </a:prstGeom>
          <a:solidFill>
            <a:srgbClr val="253F42"/>
          </a:solidFill>
          <a:ln w="12700">
            <a:solidFill>
              <a:srgbClr val="253F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188720"/>
            <a:ext cx="1097280" cy="109728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"Automating enterprise workflows through automation, coordination, and digital transformation."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 / 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Industry Challenges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256032" cy="25603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onboarding is manual and time-consuming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256032" cy="25603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984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Departments operate in silos — no coordination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578608"/>
            <a:ext cx="256032" cy="25603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5511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Delays in laptop setup, access provisioning &amp; approvals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145536"/>
            <a:ext cx="256032" cy="25603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Managers lack real-time visibility into onboarding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712464"/>
            <a:ext cx="256032" cy="25603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685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Repeated follow-ups reduce productivity &amp; experience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1234440"/>
            <a:ext cx="3017520" cy="32004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234440"/>
            <a:ext cx="301752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SCENARIO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18288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large enterprises, onboarding delays reduce new hire productivity for days due to poor workflow coordination between HR, IT, and Security teams.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3749040"/>
            <a:ext cx="1188720" cy="5486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749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3-5 Days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6092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avg delay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 /  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Onboarding &amp; Workflow Hub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centralized ServiceNow platform that automates onboarding and coordinates tasks across departments.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2743200" cy="1170432"/>
          </a:xfrm>
          <a:prstGeom prst="rect">
            <a:avLst/>
          </a:prstGeom>
          <a:solidFill>
            <a:srgbClr val="253F42"/>
          </a:solidFill>
          <a:ln w="12700">
            <a:solidFill>
              <a:srgbClr val="2E50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55648"/>
            <a:ext cx="73152" cy="11704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Task Generation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Auto-create onboarding tasks on hire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755648"/>
            <a:ext cx="2743200" cy="1170432"/>
          </a:xfrm>
          <a:prstGeom prst="rect">
            <a:avLst/>
          </a:prstGeom>
          <a:solidFill>
            <a:srgbClr val="253F42"/>
          </a:solidFill>
          <a:ln w="12700">
            <a:solidFill>
              <a:srgbClr val="2E50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755648"/>
            <a:ext cx="73152" cy="11704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 Coordination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HR, IT, Security, DevOps, QA in sync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755648"/>
            <a:ext cx="2743200" cy="1170432"/>
          </a:xfrm>
          <a:prstGeom prst="rect">
            <a:avLst/>
          </a:prstGeom>
          <a:solidFill>
            <a:srgbClr val="253F42"/>
          </a:solidFill>
          <a:ln w="12700">
            <a:solidFill>
              <a:srgbClr val="2E50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755648"/>
            <a:ext cx="73152" cy="11704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SLA &amp; Priority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36792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deadlines and escalations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81528"/>
            <a:ext cx="2743200" cy="1170432"/>
          </a:xfrm>
          <a:prstGeom prst="rect">
            <a:avLst/>
          </a:prstGeom>
          <a:solidFill>
            <a:srgbClr val="253F42"/>
          </a:solidFill>
          <a:ln w="12700">
            <a:solidFill>
              <a:srgbClr val="2E50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81528"/>
            <a:ext cx="73152" cy="11704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task tracking for managers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081528"/>
            <a:ext cx="2743200" cy="1170432"/>
          </a:xfrm>
          <a:prstGeom prst="rect">
            <a:avLst/>
          </a:prstGeom>
          <a:solidFill>
            <a:srgbClr val="253F42"/>
          </a:solidFill>
          <a:ln w="12700">
            <a:solidFill>
              <a:srgbClr val="2E50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081528"/>
            <a:ext cx="73152" cy="11704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Assignment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10712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Right task to the right team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081528"/>
            <a:ext cx="2743200" cy="1170432"/>
          </a:xfrm>
          <a:prstGeom prst="rect">
            <a:avLst/>
          </a:prstGeom>
          <a:solidFill>
            <a:srgbClr val="253F42"/>
          </a:solidFill>
          <a:ln w="12700">
            <a:solidFill>
              <a:srgbClr val="2E50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081528"/>
            <a:ext cx="73152" cy="11704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 &amp; Alerts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36792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escalations and reminders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 /  IMPLEMENTATION &amp;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ServiceNow Technologies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74904" y="1175504"/>
            <a:ext cx="3886200" cy="2048564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" y="1152144"/>
            <a:ext cx="3886200" cy="38404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2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CSA — Core Administration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9232" y="1801258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0794" y="1733817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Users, Roles &amp; Groups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491" y="2139696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7123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Tables and 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9232" y="2505456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42544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Lists and Reference Fields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9492" y="2846832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7923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 and Dashboards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152144"/>
            <a:ext cx="4480560" cy="2071924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159183"/>
            <a:ext cx="4480560" cy="384048"/>
          </a:xfrm>
          <a:prstGeom prst="rect">
            <a:avLst/>
          </a:prstGeom>
          <a:solidFill>
            <a:srgbClr val="253F42"/>
          </a:solidFill>
          <a:ln w="12700">
            <a:solidFill>
              <a:srgbClr val="253F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225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 — Application Development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78673" y="1758189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1691821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 Designer &amp; Workflow Automation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62272" y="2139696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204611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 &amp; Escalations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62272" y="2470686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408373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SLA Management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6946" y="2857501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4430" y="2756807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Task Coordination Logic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40833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 · Tables · Roles · Flow Automation · Portal</a:t>
            </a:r>
            <a:endParaRPr lang="en-US" sz="10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327E51A-C07D-1402-8062-3586476A0AD5}"/>
              </a:ext>
            </a:extLst>
          </p:cNvPr>
          <p:cNvSpPr/>
          <p:nvPr/>
        </p:nvSpPr>
        <p:spPr>
          <a:xfrm>
            <a:off x="365760" y="3430486"/>
            <a:ext cx="3886200" cy="1501793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911EF507-238F-774B-B1D5-36C47010FACA}"/>
              </a:ext>
            </a:extLst>
          </p:cNvPr>
          <p:cNvSpPr/>
          <p:nvPr/>
        </p:nvSpPr>
        <p:spPr>
          <a:xfrm>
            <a:off x="365760" y="3434006"/>
            <a:ext cx="3886200" cy="38404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76745C7E-6A78-4670-91E6-654CC7F4BC28}"/>
              </a:ext>
            </a:extLst>
          </p:cNvPr>
          <p:cNvSpPr/>
          <p:nvPr/>
        </p:nvSpPr>
        <p:spPr>
          <a:xfrm>
            <a:off x="512064" y="3502333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1A1F0D7B-E15B-46F1-0984-94DDEFCBFE6D}"/>
              </a:ext>
            </a:extLst>
          </p:cNvPr>
          <p:cNvSpPr/>
          <p:nvPr/>
        </p:nvSpPr>
        <p:spPr>
          <a:xfrm>
            <a:off x="502920" y="3454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Basic Stack Used</a:t>
            </a:r>
            <a:endParaRPr lang="en-US" sz="13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35C83994-9ED0-5109-AF63-A5EAA9676382}"/>
              </a:ext>
            </a:extLst>
          </p:cNvPr>
          <p:cNvSpPr/>
          <p:nvPr/>
        </p:nvSpPr>
        <p:spPr>
          <a:xfrm>
            <a:off x="455893" y="4312448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DFC17D08-0708-16BD-D2F3-399A078192A2}"/>
              </a:ext>
            </a:extLst>
          </p:cNvPr>
          <p:cNvSpPr/>
          <p:nvPr/>
        </p:nvSpPr>
        <p:spPr>
          <a:xfrm>
            <a:off x="463731" y="4632488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59228D88-5C67-0212-DD34-429280AC2FB6}"/>
              </a:ext>
            </a:extLst>
          </p:cNvPr>
          <p:cNvSpPr/>
          <p:nvPr/>
        </p:nvSpPr>
        <p:spPr>
          <a:xfrm>
            <a:off x="457200" y="3960622"/>
            <a:ext cx="146304" cy="146304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CCFA3C1A-42BC-B7D0-1170-AEB7FE8FD923}"/>
              </a:ext>
            </a:extLst>
          </p:cNvPr>
          <p:cNvSpPr/>
          <p:nvPr/>
        </p:nvSpPr>
        <p:spPr>
          <a:xfrm>
            <a:off x="731520" y="3917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HTML &amp; CSS</a:t>
            </a:r>
            <a:endParaRPr lang="en-US" sz="12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D6B6EDD2-05DC-5D98-0AF2-4108852B757F}"/>
              </a:ext>
            </a:extLst>
          </p:cNvPr>
          <p:cNvSpPr/>
          <p:nvPr/>
        </p:nvSpPr>
        <p:spPr>
          <a:xfrm>
            <a:off x="739357" y="453694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</a:t>
            </a:r>
            <a:endParaRPr lang="en-US" sz="12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3204DD87-7C34-33FC-458A-96F67DE1F237}"/>
              </a:ext>
            </a:extLst>
          </p:cNvPr>
          <p:cNvSpPr/>
          <p:nvPr/>
        </p:nvSpPr>
        <p:spPr>
          <a:xfrm>
            <a:off x="731520" y="4245465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JavaScript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 /  CLOSING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4114800" cy="2514600"/>
          </a:xfrm>
          <a:prstGeom prst="rect">
            <a:avLst/>
          </a:prstGeom>
          <a:solidFill>
            <a:srgbClr val="1D3639"/>
          </a:solidFill>
          <a:ln w="12700">
            <a:solidFill>
              <a:srgbClr val="2E50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66928"/>
            <a:ext cx="4114800" cy="41148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LEARNINGS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137160" cy="13716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097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Enterprise workflow automation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137160" cy="13716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task coordination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874520"/>
            <a:ext cx="137160" cy="13716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ServiceNow app 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240280"/>
            <a:ext cx="137160" cy="13716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process optimization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137160" cy="13716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collaboration in enterprise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566928"/>
            <a:ext cx="4206240" cy="2514600"/>
          </a:xfrm>
          <a:prstGeom prst="rect">
            <a:avLst/>
          </a:prstGeom>
          <a:solidFill>
            <a:srgbClr val="1D3639"/>
          </a:solidFill>
          <a:ln w="12700">
            <a:solidFill>
              <a:srgbClr val="2E50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566928"/>
            <a:ext cx="4206240" cy="411480"/>
          </a:xfrm>
          <a:prstGeom prst="rect">
            <a:avLst/>
          </a:prstGeom>
          <a:solidFill>
            <a:srgbClr val="253F42"/>
          </a:solidFill>
          <a:ln w="12700">
            <a:solidFill>
              <a:srgbClr val="253F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621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143000"/>
            <a:ext cx="109728" cy="23774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AI-based workflow prediction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527048"/>
            <a:ext cx="109728" cy="23774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analytics engine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911096"/>
            <a:ext cx="109728" cy="23774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883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escalation system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295144"/>
            <a:ext cx="109728" cy="23774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experience scoring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8595360" cy="157276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307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300</Words>
  <Application>Microsoft Office PowerPoint</Application>
  <PresentationFormat>On-screen Show (16:9)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Onboarding &amp; Workflow Hub</dc:title>
  <dc:subject>PptxGenJS Presentation</dc:subject>
  <dc:creator>PptxGenJS</dc:creator>
  <cp:lastModifiedBy>vamsi meesala</cp:lastModifiedBy>
  <cp:revision>2</cp:revision>
  <dcterms:created xsi:type="dcterms:W3CDTF">2026-05-06T08:58:16Z</dcterms:created>
  <dcterms:modified xsi:type="dcterms:W3CDTF">2026-05-07T09:18:26Z</dcterms:modified>
</cp:coreProperties>
</file>